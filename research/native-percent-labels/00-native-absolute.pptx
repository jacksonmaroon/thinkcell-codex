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5"/>
  </p:normalViewPr>
  <p:slideViewPr>
    <p:cSldViewPr snapToGrid="0">
      <p:cViewPr varScale="1">
        <p:scale>
          <a:sx n="117" d="100"/>
          <a:sy n="117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986689203465032E-2"/>
          <c:y val="7.3411943704830729E-2"/>
          <c:w val="0.97802662159306997"/>
          <c:h val="0.8531761125903385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4111829593001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2D1-9544-8DB3-EB846AEDDC25}"/>
                </c:ext>
              </c:extLst>
            </c:dLbl>
            <c:dLbl>
              <c:idx val="1"/>
              <c:layout>
                <c:manualLayout>
                  <c:x val="0"/>
                  <c:y val="-1.14111829593001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2D1-9544-8DB3-EB846AEDDC25}"/>
                </c:ext>
              </c:extLst>
            </c:dLbl>
            <c:dLbl>
              <c:idx val="2"/>
              <c:layout>
                <c:manualLayout>
                  <c:x val="0"/>
                  <c:y val="-1.52149106124001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2D1-9544-8DB3-EB846AEDDC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14.9</c:v>
                </c:pt>
                <c:pt idx="1">
                  <c:v>21.8</c:v>
                </c:pt>
                <c:pt idx="2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2D1-9544-8DB3-EB846AEDDC25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4111829593001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A2D1-9544-8DB3-EB846AEDDC25}"/>
                </c:ext>
              </c:extLst>
            </c:dLbl>
            <c:dLbl>
              <c:idx val="1"/>
              <c:layout>
                <c:manualLayout>
                  <c:x val="0"/>
                  <c:y val="-1.14111829593001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A2D1-9544-8DB3-EB846AEDDC25}"/>
                </c:ext>
              </c:extLst>
            </c:dLbl>
            <c:dLbl>
              <c:idx val="2"/>
              <c:layout>
                <c:manualLayout>
                  <c:x val="0"/>
                  <c:y val="-1.14111829593001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A2D1-9544-8DB3-EB846AEDDC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5.0999999999999996</c:v>
                </c:pt>
                <c:pt idx="1">
                  <c:v>3.8999999999999986</c:v>
                </c:pt>
                <c:pt idx="2">
                  <c:v>7.2000000000000028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2D1-9544-8DB3-EB846AEDDC25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2149106124001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A2D1-9544-8DB3-EB846AEDDC25}"/>
                </c:ext>
              </c:extLst>
            </c:dLbl>
            <c:dLbl>
              <c:idx val="1"/>
              <c:layout>
                <c:manualLayout>
                  <c:x val="0"/>
                  <c:y val="-1.521491061240015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A2D1-9544-8DB3-EB846AEDDC25}"/>
                </c:ext>
              </c:extLst>
            </c:dLbl>
            <c:dLbl>
              <c:idx val="2"/>
              <c:layout>
                <c:manualLayout>
                  <c:x val="0"/>
                  <c:y val="-1.14111829593001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A2D1-9544-8DB3-EB846AEDDC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3.5</c:v>
                </c:pt>
                <c:pt idx="1">
                  <c:v>5.3000000000000007</c:v>
                </c:pt>
                <c:pt idx="2">
                  <c:v>4.1000000000000014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A2D1-9544-8DB3-EB846AEDDC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1799423"/>
        <c:axId val="1"/>
      </c:barChart>
      <c:catAx>
        <c:axId val="7017994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6.40000000000000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70179942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0C32-49CF-697B-E685-2EF5C5C40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52A55-A2B5-EF13-E2F9-962D86416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FD2E0-E8DF-4CE9-3967-F7434444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53B83-D26B-D4C7-E59F-DFEDCC22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23A5F-5B1C-C5B8-7E9B-23864597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0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9001-BB03-EF71-547B-F478C6609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0B6CD-EC38-8985-5983-8214A1B91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688C9-1A9E-A851-D78C-BAD2C24C9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BE4BF-2E71-C769-DBAA-58C3FB19B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722AD-A74E-7108-C1CD-B4AA3926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4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98F5-DC44-E039-B9F8-247E32E3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35AE-C0C8-A253-E5B3-F6FB86B4C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28A36-C23C-81EC-D553-3BFC928EB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A44C3-BF41-D7B0-5F16-D9578FF7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28520-F2B5-01B3-6224-3A138E74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E0AC-BB52-53B6-0A72-1CED43A0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6FBCB-6F61-760A-7A77-30C4557E7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77703-8609-4A3E-9921-BCD136056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A30F9-6B3D-435B-9547-C98A67E37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EC8DB-38BB-57D6-7C5D-AA77A060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E628-DE4D-3B62-3DE2-4E82FEF2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0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F99A-AE82-A652-08C5-80C2B914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14AEB-F1A6-0ECA-C5E7-76DFFB754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0A89D-4122-2CBF-21E9-4F37CA056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CF00F-0B16-E781-65CC-8C39BBBB7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D4F61A-6B55-6643-1345-83D20E4C7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8F591C-57F2-02DD-5B73-6D42A79F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6E4BFE-CFE2-80DE-981A-2BFEAB52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CF842-BD9B-538C-B2D3-CE59DDE1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3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DD94-C861-23B4-BA9F-9632E0A84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310A6-250E-41A8-1ED9-0175B75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D8489-ED49-1AAF-A485-AC144711D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0145E-43B9-514C-9FFF-9F9EBD40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CF7FA9-9F3F-7D6F-AFD3-D11B37FB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6E0ED9-D9F7-C0A6-E7C1-6DD54D84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A490B-B832-1C36-03FB-4506119A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5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F665-6912-4824-A3E5-4837DDDE0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ECC55-8A24-12E1-D47C-1397208FF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B270F-E186-10D9-D79F-8F92AB972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F951A-96A8-CDD5-9855-37A1AF0A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6CA5D-D27A-02AB-3669-A7D80957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0C121-B6CC-443D-43C7-2EF452AE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89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A286-F46C-7281-4098-D75CA457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416F6-DC9F-BDC4-40B3-DFDE99B81C7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C466D-7F8F-B2F6-8B26-C5E9191D3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EEB14-13CE-2728-6765-5FA0D34E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749DB-FF10-6AC4-8341-390BB1F03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B02-B97E-3996-510D-5C59CCD1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3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D799-5912-29AF-52DC-CD521B38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08598-9139-B0CE-4DA7-CE4F3DA29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444DB-7A93-DB17-923F-78C0C584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8052D-4E9A-AC17-81C6-22067C5D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D56FA-B390-76A6-BD90-ECDDB1CB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6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1EFF1-15B3-2EB6-ED41-0DCCD731B4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C0BCC-1527-291D-4A7A-82824954E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4EA23-EBF0-B39F-09A8-36C67390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C4D9D-CA44-114E-49EA-5908DCE9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22FBD-FEB3-C6FD-8546-387C2D07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50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FDC42267-1B28-3197-BED3-21180760F95D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11632398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4" imgW="7772400" imgH="10058400" progId="TCLayout.ActiveDocument.1">
                  <p:embed/>
                </p:oleObj>
              </mc:Choice>
              <mc:Fallback>
                <p:oleObj name="think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6F7A2-34F8-3FC5-8B1C-B69C95366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83721-B6B7-269B-EAA7-A939396CA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BEB14-7129-C0F5-9C23-39041534E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BF1A1-D8B9-2A47-B753-82067EC0C77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FC02C-6F43-61D6-F884-6124261F9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B9259-EB80-92EB-0002-928644568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5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oleObject" Target="../embeddings/oleObject2.bin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chart" Target="../charts/chart1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607CA587-FC49-2D85-F66B-3240C316F59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347894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3" imgW="7772400" imgH="10058400" progId="TCLayout.ActiveDocument.1">
                  <p:embed/>
                </p:oleObj>
              </mc:Choice>
              <mc:Fallback>
                <p:oleObj name="thinkcell Slide" r:id="rId1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546D6B45-828C-DC96-CBC4-4C699EEF0146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98980190"/>
              </p:ext>
            </p:extLst>
          </p:nvPr>
        </p:nvGraphicFramePr>
        <p:xfrm>
          <a:off x="2268538" y="1260475"/>
          <a:ext cx="7513637" cy="417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FB67A94-B119-682A-F0FE-64D3ED624EC8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3378200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4406399-6AF4-4F2C-BDF8-0352C093FF53}" type="datetime'''2''''0''''''2''''''''4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en-US" sz="14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FC7313E-75AA-290B-474E-D9A8778A530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5827713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11A6BA-DE83-4386-ACAB-48F2C8C34F59}" type="datetime'''''''''''''''2''''''''''02''5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sz="14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4EFE61-1EF3-ACA1-2BEB-60EC9A10F52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8277225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11B31C5-CB6B-452A-AA7F-C9C3C79DE31E}" type="datetime'''''''''2''02''''''''''''''''''''''''''''''''''6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US" sz="1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F8ABA6A-3C78-A485-4390-A03A5A6DEAF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2144713" y="336232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6A7A7C8A-2166-4338-B6AC-DCD28D6F8025}" type="datetime'''''''''''''''Se''''''''ri''''''''''''''''''''es'' ''1''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1</a:t>
            </a:fld>
            <a:endParaRPr lang="en-US" sz="1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50A065A-87DF-CF25-487C-19F874C433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2144713" y="369252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202E052-ECF3-4C6F-8A62-A5F99BE62EF4}" type="datetime'''''''''''''''''''S''''''''e''ri''''es'''''' ''''''''2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2</a:t>
            </a:fld>
            <a:endParaRPr lang="en-US" sz="14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29AF4D4-08D8-7BDB-CD4B-A54978AA741E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144713" y="446087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4F1A36A-85BC-4D0B-94BD-AFD7819F52A0}" type="datetime'''Se''r''''''''''i''''e''''''''''''''s'''''''' ''''''''''''3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3</a:t>
            </a:fld>
            <a:endParaRPr lang="en-US"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12E4C0D-0F32-F24B-6695-15396585FFD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3454400" y="3106738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9122FDF-CF3F-4592-BC17-FEE613225BD9}" type="datetime'''2''''4''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sz="14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D28E58-F90D-57FA-E393-A939A839EF4A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5903913" y="25304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780137-B78D-48E4-AC9C-79F412330F5B}" type="datetime'''''''''''3''1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sz="14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9C48545-50D3-CF98-DDD3-B9A3AA7AC63D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8353425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8097DC7-F16D-438F-8B39-A64A6DD73AEC}" type="datetime'''''''''''''''''''''''''''''''''''4''''''''''''''''''''6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99875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75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3LHwYX38vbAhtQiahq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DBedK9vK.uCgN3tEOax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eM9epXXJizEJu2O8ytq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FzZjWfLfUUFuVGSCIOnI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nohK8FnDok2SAZ8br18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4y4bVuUfjJmqOFY5kqLY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sgkU9BFDtFAdlfp1FHa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UIvTD4RMyogq7mupvAs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s1SH98VIzOYxsYHa67du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dXYc2RWZjHpYTGt6ci7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Maroon, Jackson</dc:creator>
  <cp:lastModifiedBy>Maroon, Jackson</cp:lastModifiedBy>
  <cp:revision>1</cp:revision>
  <dcterms:created xsi:type="dcterms:W3CDTF">2026-09-21T12:23:17Z</dcterms:created>
  <dcterms:modified xsi:type="dcterms:W3CDTF">2026-09-21T12:40:58Z</dcterms:modified>
</cp:coreProperties>
</file>