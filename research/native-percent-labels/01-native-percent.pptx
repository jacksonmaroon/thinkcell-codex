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17798796216681E-2"/>
          <c:y val="7.3328267477203654E-2"/>
          <c:w val="0.97764402407566642"/>
          <c:h val="0.8533434650455926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B5B-A948-9710-1B07C82CD296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B5B-A948-9710-1B07C82CD296}"/>
                </c:ext>
              </c:extLst>
            </c:dLbl>
            <c:dLbl>
              <c:idx val="2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B5B-A948-9710-1B07C82CD29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55.000000000000007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B5B-A948-9710-1B07C82CD296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B5B-A948-9710-1B07C82CD296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B5B-A948-9710-1B07C82CD296}"/>
                </c:ext>
              </c:extLst>
            </c:dLbl>
            <c:dLbl>
              <c:idx val="2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B5B-A948-9710-1B07C82CD29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26</c:v>
                </c:pt>
                <c:pt idx="1">
                  <c:v>5.0000000000000044</c:v>
                </c:pt>
                <c:pt idx="2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B5B-A948-9710-1B07C82CD296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3B5B-A948-9710-1B07C82CD296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3B5B-A948-9710-1B07C82CD296}"/>
                </c:ext>
              </c:extLst>
            </c:dLbl>
            <c:dLbl>
              <c:idx val="2"/>
              <c:layout>
                <c:manualLayout>
                  <c:x val="0"/>
                  <c:y val="-1.519756838905775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3B5B-A948-9710-1B07C82CD29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18.999999999999993</c:v>
                </c:pt>
                <c:pt idx="1">
                  <c:v>13</c:v>
                </c:pt>
                <c:pt idx="2">
                  <c:v>20.000000000000007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B5B-A948-9710-1B07C82CD2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1599807"/>
        <c:axId val="1"/>
      </c:barChart>
      <c:catAx>
        <c:axId val="721599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215998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E210-C530-5C8E-C427-EDD271368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EB095-7F8E-6093-7B1E-125F646A5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D2ECD-CB00-E12F-A2D0-AB59C04F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7AA1-6F13-B799-BE26-E4AD7474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EA8FB-AED0-1C8E-0442-60A745E3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9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8506-138E-DFD4-8240-3B43FA6B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EFCE-D3DD-3CCC-F310-B688F873B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E438B-A4D4-9555-8875-6D0B901D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89E71-EC29-EDD5-8138-9464AFBBB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B9D1F-2E23-2015-DABB-4E4FDD1A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2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2DC-6AAB-3162-080E-370042ED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2F9B6-B93C-2264-9D8F-A0287753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3DC1-0900-DB7C-A22F-2058D4C6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526B-C738-613E-C5AC-D40477B9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A6E24-5333-EA7F-5019-B4EA80F7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9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C9E8-1EEE-AB65-5A99-A4A9442A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BC5C8-B973-811C-E4CC-7378DDA6D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D2D8E-C48B-C100-8D03-496F1D753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75B0A-9C5A-D297-83E6-426A56FDF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74AC-1FFD-8C79-4974-56AEF448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53B1A-25AE-7A96-3D54-37504969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4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5AB6-EABD-4471-98F9-7C34E688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D3079-B15D-F076-1044-1605DEE5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E99C-F26C-C03C-93EA-5FB78E77A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3AD12-3B42-EDBE-FDF5-84707AEFC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372D9-D66E-F7C9-02C2-34F5D9142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B46EA-3674-CAC7-020F-8D3F8CCB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243AC-1842-EDCB-3A00-75DB76E3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4F12E-9D21-93C7-5634-8E03135B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DC90-346D-D977-0384-7C08ACC2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5EDB6-6552-FDF7-B231-75E166CB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2BFEE-AE93-0CD6-B683-B4DD2912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82C1D-2141-FFD7-B7F7-223A836D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7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D9C53-13FC-2341-0AD9-2A1E9A20A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2AB6C-C6C6-80BB-BE57-7B4A3D3F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C7ACE-1EE2-6D47-9AB2-F7120C59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2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93D7-275A-9F6B-69A0-3A05E304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46F6-F876-8A07-070D-9E356FF3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785FC-0323-152B-F3E0-1ABCCE970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FE528-8A3D-D11F-3E74-9272C693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3CDCC-E891-46F8-1559-39BA95B9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2F41E-CED9-FC7A-360D-092FB6FB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2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16CF-92F3-318B-E37C-73CF02C67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CB5D9-4897-899E-4232-8A867F1540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DA0DA-1AA5-970F-2AD8-2345A7CC8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E63CF-CB54-EDD0-E870-16FF8142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D38F1-9D9E-87A6-D7AB-F6A8AC6E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E8B67-6FFE-96C0-BBD3-D4E1F116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4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9AB9-3216-DCF2-493A-91813164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D806C-D419-A1CD-9469-B2D979D4A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9F154-033D-8153-3D52-20E86B74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1DE15-BA06-4EEB-3201-2CB563C6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7BDC3-3A03-4583-71C0-B94DD028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54B9B-936E-8A52-70C5-DF32A5445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F9F48-1909-FF81-5DE2-F22A89457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246CE-5A36-750D-532B-B43AA032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801C-4551-19F0-1703-2EB893504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BBEFA-75AC-AAEE-B9E5-5FF82E03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5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8999AF94-9997-73C5-A4BA-C20C71E588CF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264480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9C059-CF1B-7420-CC14-52500A4F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45FF6-F406-9E15-0F43-56F212E27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AC704-9E33-BA78-111A-2882DEC0D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FC183-AEFC-483B-BBBE-23B5C500D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B4415-D709-77B2-BE40-36EFE3347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4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chart" Target="../charts/chart1.xml"/><Relationship Id="rId2" Type="http://schemas.openxmlformats.org/officeDocument/2006/relationships/tags" Target="../tags/tag4.xml"/><Relationship Id="rId16" Type="http://schemas.openxmlformats.org/officeDocument/2006/relationships/image" Target="../media/image2.e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40F6AC0E-5AA5-8B65-41AF-3C06CC218DE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540351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5" imgW="7772400" imgH="10058400" progId="TCLayout.ActiveDocument.1">
                  <p:embed/>
                </p:oleObj>
              </mc:Choice>
              <mc:Fallback>
                <p:oleObj name="thinkcell Slide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90FA6A3-6C24-48F8-7537-DCE2140F450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0685767"/>
              </p:ext>
            </p:extLst>
          </p:nvPr>
        </p:nvGraphicFramePr>
        <p:xfrm>
          <a:off x="2289175" y="1260475"/>
          <a:ext cx="7385050" cy="417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626257-F74F-714D-5CF8-F492A3C7F6A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107488" y="1566863"/>
            <a:ext cx="203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D5F6748-A24B-95C0-1C8C-0691036F19D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37661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043265C-04E9-41EA-9E5C-F359EFA204B8}" type="datetime'''''''''''''''''''2''02''''''''''''''''''''4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B48288-0F60-0F90-FA30-A12861DEEFA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78326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39C003-4A52-40BD-9488-6728DF35754E}" type="datetime'''''2''''''''0''''2''''''5''''''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FC086EE-738E-7325-DEBA-E83875A8044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18991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1DD4683-377B-4204-8DFA-99402CB15980}" type="datetime'''''''2''''''''''0''''2''''''''''''''''''''''''''6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15971BA-6AA2-C0B5-2F28-0FFD0F6D3A6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55825" y="1809750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A7BE47A-8C01-46FA-8B20-80A1FE15908D}" type="datetime'''S''''eri''e''''''''''''s'''''' ''1''''''''''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600FB78-0F44-BFDE-A466-84D2DED69C6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155825" y="26130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B2BECCB-934B-4CF8-A56B-AE91153C7DB0}" type="datetime'''''''''S''e''''''r''''''''''''i''e''''''s ''''''2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5BA0B6-83BD-36BF-0470-2A0787E5A03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155825" y="4056063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683A3B3-F85B-4EE4-ADA1-2FE9F0AE7005}" type="datetime'''S''e''''''''r''i''''e''''''''''''''''s ''''''''''3''''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290C1C1-5B9F-84D8-AF58-EF6C068DC83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361488" y="1484313"/>
            <a:ext cx="368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B26E6E9-67E5-4543-B6C5-C0D9C0BE1A54}" type="datetime'''1''''''0''''''''''''''''''''''''''''''''''''0''''''%'">
              <a:rPr lang="en-US" altLang="en-US" sz="1200" smtClean="0">
                <a:effectLst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100%</a:t>
            </a:fld>
            <a:endParaRPr lang="en-US" sz="12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0D9FFD-26F8-A258-BF9F-459369BE81E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345281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8514E27-374F-4167-81DD-654EFAED4EAC}" type="datetime'''''''''''''''2''''''''''''''''''3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sz="14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518855B-2656-3A0E-9B46-0E8AC8043DC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585946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A57FB82-47E1-486D-BAD0-6A941C065181}" type="datetime'4''''''''''5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2EC3128-5964-F085-E1C8-7A1E212B91EE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26611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113FB7C-2BED-41C6-9435-4ABAB79AEAB2}" type="datetime'''''3''''0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525757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s1GF5OdA9v9Hcje4J5g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Y7BU6nLDzU0GPsphehS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6uBx7MEi8COBtSAzRn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VkGxVMRSw6BXt9C5ATu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u.4.12DsSfRz4dskw.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4sPcgOMUpCl0nNREX8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OjBJkHdCMZGtB1HBU0t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Dub3idLWDy.lKW30yM9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QzgHQV9oPsFVVwxMIrd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cCrrpnH8nJLnH3u3.Jh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.gc5r_Yl5t6W7bwLs5E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KZ.C6Fbb3hU4XNlmH5G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1</cp:revision>
  <dcterms:created xsi:type="dcterms:W3CDTF">2026-09-21T12:43:11Z</dcterms:created>
  <dcterms:modified xsi:type="dcterms:W3CDTF">2026-09-21T12:43:48Z</dcterms:modified>
</cp:coreProperties>
</file>