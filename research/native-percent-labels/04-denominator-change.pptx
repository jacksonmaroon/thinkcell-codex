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63"/>
  </p:normalViewPr>
  <p:slideViewPr>
    <p:cSldViewPr snapToGrid="0">
      <p:cViewPr varScale="1">
        <p:scale>
          <a:sx n="117" d="100"/>
          <a:sy n="117" d="100"/>
        </p:scale>
        <p:origin x="4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117798796216681E-2"/>
          <c:y val="7.3328267477203654E-2"/>
          <c:w val="0.97764402407566642"/>
          <c:h val="0.85334346504559266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3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5197568389057751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D698-9744-94D9-EB4C8620DE65}"/>
                </c:ext>
              </c:extLst>
            </c:dLbl>
            <c:dLbl>
              <c:idx val="1"/>
              <c:layout>
                <c:manualLayout>
                  <c:x val="0"/>
                  <c:y val="-1.1398176291793312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D698-9744-94D9-EB4C8620DE65}"/>
                </c:ext>
              </c:extLst>
            </c:dLbl>
            <c:dLbl>
              <c:idx val="2"/>
              <c:layout>
                <c:manualLayout>
                  <c:x val="0"/>
                  <c:y val="-1.1398176291793312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D698-9744-94D9-EB4C8620DE6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50</c:v>
                </c:pt>
                <c:pt idx="1">
                  <c:v>82</c:v>
                </c:pt>
                <c:pt idx="2">
                  <c:v>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698-9744-94D9-EB4C8620DE65}"/>
            </c:ext>
          </c:extLst>
        </c:ser>
        <c:ser>
          <c:idx val="1"/>
          <c:order val="1"/>
          <c:spPr>
            <a:solidFill>
              <a:schemeClr val="accent2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1398176291793312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D698-9744-94D9-EB4C8620DE65}"/>
                </c:ext>
              </c:extLst>
            </c:dLbl>
            <c:dLbl>
              <c:idx val="1"/>
              <c:layout>
                <c:manualLayout>
                  <c:x val="0"/>
                  <c:y val="-1.1398176291793312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D698-9744-94D9-EB4C8620DE65}"/>
                </c:ext>
              </c:extLst>
            </c:dLbl>
            <c:dLbl>
              <c:idx val="2"/>
              <c:layout>
                <c:manualLayout>
                  <c:x val="0"/>
                  <c:y val="-1.1398176291793312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D698-9744-94D9-EB4C8620DE6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Sheet1!$A$2:$C$2</c:f>
              <c:numCache>
                <c:formatCode>General</c:formatCode>
                <c:ptCount val="3"/>
                <c:pt idx="0">
                  <c:v>18.75</c:v>
                </c:pt>
                <c:pt idx="1">
                  <c:v>5.0000000000000044</c:v>
                </c:pt>
                <c:pt idx="2">
                  <c:v>7.9999999999999964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D698-9744-94D9-EB4C8620DE65}"/>
            </c:ext>
          </c:extLst>
        </c:ser>
        <c:ser>
          <c:idx val="2"/>
          <c:order val="2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1398176291793312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D698-9744-94D9-EB4C8620DE65}"/>
                </c:ext>
              </c:extLst>
            </c:dLbl>
            <c:dLbl>
              <c:idx val="1"/>
              <c:layout>
                <c:manualLayout>
                  <c:x val="0"/>
                  <c:y val="-1.1398176291793312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D698-9744-94D9-EB4C8620DE65}"/>
                </c:ext>
              </c:extLst>
            </c:dLbl>
            <c:dLbl>
              <c:idx val="2"/>
              <c:layout>
                <c:manualLayout>
                  <c:x val="0"/>
                  <c:y val="-1.5197568389057751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D698-9744-94D9-EB4C8620DE6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Sheet1!$A$3:$C$3</c:f>
              <c:numCache>
                <c:formatCode>General</c:formatCode>
                <c:ptCount val="3"/>
                <c:pt idx="0">
                  <c:v>31.25</c:v>
                </c:pt>
                <c:pt idx="1">
                  <c:v>13</c:v>
                </c:pt>
                <c:pt idx="2">
                  <c:v>20.000000000000007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D698-9744-94D9-EB4C8620DE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21282239"/>
        <c:axId val="1"/>
      </c:barChart>
      <c:catAx>
        <c:axId val="72128223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72128223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2E210-C530-5C8E-C427-EDD2713683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EEB095-7F8E-6093-7B1E-125F646A5C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7D2ECD-CB00-E12F-A2D0-AB59C04F3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15DB-66C4-3F4C-A41E-9A31F5B2F5C3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807AA1-6F13-B799-BE26-E4AD74747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CEA8FB-AED0-1C8E-0442-60A745E39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68085-8CDB-DB42-8223-60959DDC7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697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88506-138E-DFD4-8240-3B43FA6B7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0EFCE-D3DD-3CCC-F310-B688F873B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EE438B-A4D4-9555-8875-6D0B901DF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15DB-66C4-3F4C-A41E-9A31F5B2F5C3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D89E71-EC29-EDD5-8138-9464AFBBB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B9D1F-2E23-2015-DABB-4E4FDD1AC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68085-8CDB-DB42-8223-60959DDC7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326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4F2DC-6AAB-3162-080E-370042ED3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E2F9B6-B93C-2264-9D8F-A02877537B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903DC1-0900-DB7C-A22F-2058D4C66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15DB-66C4-3F4C-A41E-9A31F5B2F5C3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15526B-C738-613E-C5AC-D40477B92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1A6E24-5333-EA7F-5019-B4EA80F72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68085-8CDB-DB42-8223-60959DDC7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092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6C9E8-1EEE-AB65-5A99-A4A9442AE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BC5C8-B973-811C-E4CC-7378DDA6DA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AD2D8E-C48B-C100-8D03-496F1D7530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C75B0A-9C5A-D297-83E6-426A56FDF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15DB-66C4-3F4C-A41E-9A31F5B2F5C3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A374AC-1FFD-8C79-4974-56AEF448E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D53B1A-25AE-7A96-3D54-37504969F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68085-8CDB-DB42-8223-60959DDC7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244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95AB6-EABD-4471-98F9-7C34E688E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DD3079-B15D-F076-1044-1605DEE561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18E99C-F26C-C03C-93EA-5FB78E77A4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83AD12-3B42-EDBE-FDF5-84707AEFC2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F372D9-D66E-F7C9-02C2-34F5D9142C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4B46EA-3674-CAC7-020F-8D3F8CCB0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15DB-66C4-3F4C-A41E-9A31F5B2F5C3}" type="datetimeFigureOut">
              <a:rPr lang="en-US" smtClean="0"/>
              <a:t>9/21/26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1243AC-1842-EDCB-3A00-75DB76E36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A4F12E-9D21-93C7-5634-8E03135BF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68085-8CDB-DB42-8223-60959DDC7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984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2DC90-346D-D977-0384-7C08ACC24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E5EDB6-6552-FDF7-B231-75E166CBF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15DB-66C4-3F4C-A41E-9A31F5B2F5C3}" type="datetimeFigureOut">
              <a:rPr lang="en-US" smtClean="0"/>
              <a:t>9/21/26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82BFEE-AE93-0CD6-B683-B4DD29122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682C1D-2141-FFD7-B7F7-223A836D6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68085-8CDB-DB42-8223-60959DDC7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474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AD9C53-13FC-2341-0AD9-2A1E9A20A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15DB-66C4-3F4C-A41E-9A31F5B2F5C3}" type="datetimeFigureOut">
              <a:rPr lang="en-US" smtClean="0"/>
              <a:t>9/21/26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C2AB6C-C6C6-80BB-BE57-7B4A3D3F6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C7ACE-1EE2-6D47-9AB2-F7120C594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68085-8CDB-DB42-8223-60959DDC7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552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193D7-275A-9F6B-69A0-3A05E304D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E46F6-F876-8A07-070D-9E356FF3A2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F785FC-0323-152B-F3E0-1ABCCE970E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5FE528-8A3D-D11F-3E74-9272C6930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15DB-66C4-3F4C-A41E-9A31F5B2F5C3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23CDCC-E891-46F8-1559-39BA95B9F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02F41E-CED9-FC7A-360D-092FB6FBB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68085-8CDB-DB42-8223-60959DDC7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121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F16CF-92F3-318B-E37C-73CF02C67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8CB5D9-4897-899E-4232-8A867F15405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4DA0DA-1AA5-970F-2AD8-2345A7CC89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4E63CF-CB54-EDD0-E870-16FF81428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15DB-66C4-3F4C-A41E-9A31F5B2F5C3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5D38F1-9D9E-87A6-D7AB-F6A8AC6E1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7E8B67-6FFE-96C0-BBD3-D4E1F1161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68085-8CDB-DB42-8223-60959DDC7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945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69AB9-3216-DCF2-493A-918131642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5D806C-D419-A1CD-9469-B2D979D4A4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E9F154-033D-8153-3D52-20E86B742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15DB-66C4-3F4C-A41E-9A31F5B2F5C3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C1DE15-BA06-4EEB-3201-2CB563C6E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07BDC3-3A03-4583-71C0-B94DD0286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68085-8CDB-DB42-8223-60959DDC7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783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E54B9B-936E-8A52-70C5-DF32A5445A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1F9F48-1909-FF81-5DE2-F22A894577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246CE-5A36-750D-532B-B43AA0324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15DB-66C4-3F4C-A41E-9A31F5B2F5C3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FB801C-4551-19F0-1703-2EB893504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BBEFA-75AC-AAEE-B9E5-5FF82E033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68085-8CDB-DB42-8223-60959DDC7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154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cell data - do not delete" hidden="1">
            <a:extLst>
              <a:ext uri="{FF2B5EF4-FFF2-40B4-BE49-F238E27FC236}">
                <a16:creationId xmlns:a16="http://schemas.microsoft.com/office/drawing/2014/main" id="{8999AF94-9997-73C5-A4BA-C20C71E588CF}"/>
              </a:ext>
            </a:extLst>
          </p:cNvPr>
          <p:cNvGraphicFramePr>
            <a:graphicFrameLocks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262644803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14" imgW="7772400" imgH="10058400" progId="TCLayout.ActiveDocument.1">
                  <p:embed/>
                </p:oleObj>
              </mc:Choice>
              <mc:Fallback>
                <p:oleObj name="thinkcell Slide" r:id="rId1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C9C059-CF1B-7420-CC14-52500A4F4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745FF6-F406-9E15-0F43-56F212E27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8AC704-9E33-BA78-111A-2882DEC0D9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5615DB-66C4-3F4C-A41E-9A31F5B2F5C3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EFC183-AEFC-483B-BBBE-23B5C500D3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DB4415-D709-77B2-BE40-36EFE33473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168085-8CDB-DB42-8223-60959DDC7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646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chart" Target="../charts/chart1.xml"/><Relationship Id="rId2" Type="http://schemas.openxmlformats.org/officeDocument/2006/relationships/tags" Target="../tags/tag4.xml"/><Relationship Id="rId16" Type="http://schemas.openxmlformats.org/officeDocument/2006/relationships/image" Target="../media/image2.emf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5" Type="http://schemas.openxmlformats.org/officeDocument/2006/relationships/tags" Target="../tags/tag7.xml"/><Relationship Id="rId15" Type="http://schemas.openxmlformats.org/officeDocument/2006/relationships/oleObject" Target="../embeddings/oleObject2.bin"/><Relationship Id="rId10" Type="http://schemas.openxmlformats.org/officeDocument/2006/relationships/tags" Target="../tags/tag12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cell data - do not delete" hidden="1">
            <a:extLst>
              <a:ext uri="{FF2B5EF4-FFF2-40B4-BE49-F238E27FC236}">
                <a16:creationId xmlns:a16="http://schemas.microsoft.com/office/drawing/2014/main" id="{40F6AC0E-5AA5-8B65-41AF-3C06CC218DE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7940696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15" imgW="7772400" imgH="10058400" progId="TCLayout.ActiveDocument.1">
                  <p:embed/>
                </p:oleObj>
              </mc:Choice>
              <mc:Fallback>
                <p:oleObj name="thinkcell Slide" r:id="rId15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Chart 35">
            <a:extLst>
              <a:ext uri="{FF2B5EF4-FFF2-40B4-BE49-F238E27FC236}">
                <a16:creationId xmlns:a16="http://schemas.microsoft.com/office/drawing/2014/main" id="{FEB35153-386F-0477-1B34-C262835CDE72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27022763"/>
              </p:ext>
            </p:extLst>
          </p:nvPr>
        </p:nvGraphicFramePr>
        <p:xfrm>
          <a:off x="2289175" y="1260475"/>
          <a:ext cx="7385050" cy="4178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5626257-F74F-714D-5CF8-F492A3C7F6A0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H="1">
            <a:off x="9107488" y="1566863"/>
            <a:ext cx="203200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6D5F6748-A24B-95C0-1C8C-0691036F19D3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3376613" y="5191125"/>
            <a:ext cx="3937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043265C-04E9-41EA-9E5C-F359EFA204B8}" type="datetime'''''''''''''''''''2''02''''''''''''''''''''4'''''''''''">
              <a:rPr lang="en-US" altLang="en-US" sz="14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2024</a:t>
            </a:fld>
            <a:endParaRPr lang="en-US" sz="1400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C8B48288-0F60-0F90-FA30-A12861DEEFA0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5783263" y="5191125"/>
            <a:ext cx="3937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339C003-4A52-40BD-9488-6728DF35754E}" type="datetime'''''2''''''''0''''2''''''5'''''''''''''''''''''''''''''''''">
              <a:rPr lang="en-US" altLang="en-US" sz="14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2025</a:t>
            </a:fld>
            <a:endParaRPr lang="en-US" sz="1400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FC086EE-738E-7325-DEBA-E83875A8044F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8189913" y="5191125"/>
            <a:ext cx="3937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1DD4683-377B-4204-8DFA-99402CB15980}" type="datetime'''''''2''''''''''0''''2''''''''''''''''''''''''''6'''''''''">
              <a:rPr lang="en-US" altLang="en-US" sz="14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2026</a:t>
            </a:fld>
            <a:endParaRPr lang="en-US" sz="1400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15971BA-6AA2-C0B5-2F28-0FFD0F6D3A6E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2155825" y="2028825"/>
            <a:ext cx="606425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CA7BE47A-8C01-46FA-8B20-80A1FE15908D}" type="datetime'''S''''eri''e''''''''''''s'''''' ''1'''''''''''''''">
              <a:rPr lang="en-US" altLang="en-US" sz="1400" smtClean="0">
                <a:effectLst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Series 1</a:t>
            </a:fld>
            <a:endParaRPr lang="en-US" sz="1400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600FB78-0F44-BFDE-A466-84D2DED69C63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2155825" y="2919413"/>
            <a:ext cx="606425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3B2BECCB-934B-4CF8-A56B-AE91153C7DB0}" type="datetime'''''''''S''e''''''r''''''''''''i''e''''''s ''''''2'''">
              <a:rPr lang="en-US" altLang="en-US" sz="1400" smtClean="0">
                <a:effectLst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Series 2</a:t>
            </a:fld>
            <a:endParaRPr lang="en-US" sz="1400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B5BA0B6-83BD-36BF-0470-2A0787E5A03C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2155825" y="4144963"/>
            <a:ext cx="606425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C683A3B3-F85B-4EE4-ADA1-2FE9F0AE7005}" type="datetime'''S''e''''''''r''i''''e''''''''''''''''s ''''''''''3'''''''''">
              <a:rPr lang="en-US" altLang="en-US" sz="1400" smtClean="0">
                <a:effectLst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Series 3</a:t>
            </a:fld>
            <a:endParaRPr lang="en-US" sz="1400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8290C1C1-5B9F-84D8-AF58-EF6C068DC838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auto">
          <a:xfrm>
            <a:off x="9361488" y="1484313"/>
            <a:ext cx="3683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2B26E6E9-67E5-4543-B6C5-C0D9C0BE1A54}" type="datetime'''1''''''0''''''''''''''''''''''''''''''''''''0''''''%'">
              <a:rPr lang="en-US" altLang="en-US" sz="1200" smtClean="0">
                <a:effectLst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100%</a:t>
            </a:fld>
            <a:endParaRPr lang="en-US" sz="1200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5518855B-2656-3A0E-9B46-0E8AC8043DC4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gray">
          <a:xfrm>
            <a:off x="5859463" y="1349375"/>
            <a:ext cx="2413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A57FB82-47E1-486D-BAD0-6A941C065181}" type="datetime'4''''''''''5'''''''">
              <a:rPr lang="en-US" altLang="en-US" sz="14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45</a:t>
            </a:fld>
            <a:endParaRPr lang="en-US" sz="1400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2EC3128-5964-F085-E1C8-7A1E212B91EE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gray">
          <a:xfrm>
            <a:off x="8266113" y="1349375"/>
            <a:ext cx="2413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113FB7C-2BED-41C6-9435-4ABAB79AEAB2}" type="datetime'''''3''''0'''''''''''''''''''''''''''">
              <a:rPr lang="en-US" altLang="en-US" sz="14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30</a:t>
            </a:fld>
            <a:endParaRPr lang="en-US" sz="1400" dirty="0"/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FAC39862-1651-7BA3-5CD4-5D30B7D2B09F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 bwMode="gray">
          <a:xfrm>
            <a:off x="3405188" y="1349375"/>
            <a:ext cx="33655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519E74D-014E-47E3-BEDC-4A3047BB3B31}" type="datetime'''''4''''''''''''''''''''''''''''''''''0''''0'''''''''">
              <a:rPr lang="en-US" altLang="en-US" sz="1400" smtClean="0"/>
              <a:pPr>
                <a:spcBef>
                  <a:spcPct val="0"/>
                </a:spcBef>
                <a:spcAft>
                  <a:spcPct val="0"/>
                </a:spcAft>
              </a:pPr>
              <a:t>400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15257573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32687&quot;&gt;&lt;version val=&quot;38775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ts1GF5OdA9v9Hcje4J5g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SY7BU6nLDzU0GPsphehS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26uBx7MEi8COBtSAzRnew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OVkGxVMRSw6BXt9C5ATu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Ru.4.12DsSfRz4dskw.l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_4sPcgOMUpCl0nNREX8NQ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VOjBJkHdCMZGtB1HBU0t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bDub3idLWDy.lKW30yM9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NQzgHQV9oPsFVVwxMIrd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V.gc5r_Yl5t6W7bwLs5E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BKZ.C6Fbb3hU4XNlmH5GA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OVecXwJvR1frIOXERypwg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19</Words>
  <Application>Microsoft Macintosh PowerPoint</Application>
  <PresentationFormat>Widescreen</PresentationFormat>
  <Paragraphs>19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thinkcell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Maroon, Jackson</dc:creator>
  <cp:lastModifiedBy>Maroon, Jackson</cp:lastModifiedBy>
  <cp:revision>4</cp:revision>
  <dcterms:created xsi:type="dcterms:W3CDTF">2026-09-21T12:43:11Z</dcterms:created>
  <dcterms:modified xsi:type="dcterms:W3CDTF">2026-09-21T13:06:03Z</dcterms:modified>
</cp:coreProperties>
</file>