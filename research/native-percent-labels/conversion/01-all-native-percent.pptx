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5"/>
  </p:normalViewPr>
  <p:slideViewPr>
    <p:cSldViewPr snapToGrid="0">
      <p:cViewPr varScale="1">
        <p:scale>
          <a:sx n="117" d="100"/>
          <a:sy n="117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986689203465032E-2"/>
          <c:y val="2.2155943757988922E-2"/>
          <c:w val="0.97802662159306997"/>
          <c:h val="0.9556881124840221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14.9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F8-43CE-9636-F3B2972FDE60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3.8999999999999986</c:v>
                </c:pt>
                <c:pt idx="2">
                  <c:v>7.2000000000000028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F8-43CE-9636-F3B2972FDE60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Sheet1!$A$3:$C$3</c:f>
              <c:numCache>
                <c:formatCode>General</c:formatCode>
                <c:ptCount val="3"/>
                <c:pt idx="0">
                  <c:v>3.5</c:v>
                </c:pt>
                <c:pt idx="1">
                  <c:v>5.3000000000000007</c:v>
                </c:pt>
                <c:pt idx="2">
                  <c:v>4.1000000000000014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F8-43CE-9636-F3B2972FDE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8052751"/>
        <c:axId val="1"/>
      </c:barChart>
      <c:catAx>
        <c:axId val="3480527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.40000000000000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480527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0C32-49CF-697B-E685-2EF5C5C40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52A55-A2B5-EF13-E2F9-962D86416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FD2E0-E8DF-4CE9-3967-F7434444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53B83-D26B-D4C7-E59F-DFEDCC22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23A5F-5B1C-C5B8-7E9B-23864597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0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9001-BB03-EF71-547B-F478C660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0B6CD-EC38-8985-5983-8214A1B91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688C9-1A9E-A851-D78C-BAD2C24C9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BE4BF-2E71-C769-DBAA-58C3FB19B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722AD-A74E-7108-C1CD-B4AA3926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4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98F5-DC44-E039-B9F8-247E32E3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35AE-C0C8-A253-E5B3-F6FB86B4C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28A36-C23C-81EC-D553-3BFC928EB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44C3-BF41-D7B0-5F16-D9578FF7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28520-F2B5-01B3-6224-3A138E74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E0AC-BB52-53B6-0A72-1CED43A0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6FBCB-6F61-760A-7A77-30C4557E7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77703-8609-4A3E-9921-BCD136056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A30F9-6B3D-435B-9547-C98A67E37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EC8DB-38BB-57D6-7C5D-AA77A060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E628-DE4D-3B62-3DE2-4E82FEF2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0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F99A-AE82-A652-08C5-80C2B914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14AEB-F1A6-0ECA-C5E7-76DFFB754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0A89D-4122-2CBF-21E9-4F37CA056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CF00F-0B16-E781-65CC-8C39BBBB7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D4F61A-6B55-6643-1345-83D20E4C7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8F591C-57F2-02DD-5B73-6D42A79F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6E4BFE-CFE2-80DE-981A-2BFEAB52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CF842-BD9B-538C-B2D3-CE59DDE1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3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DD94-C861-23B4-BA9F-9632E0A8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310A6-250E-41A8-1ED9-0175B75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D8489-ED49-1AAF-A485-AC144711D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D0145E-43B9-514C-9FFF-9F9EBD40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CF7FA9-9F3F-7D6F-AFD3-D11B37FB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6E0ED9-D9F7-C0A6-E7C1-6DD54D84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490B-B832-1C36-03FB-4506119A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5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F665-6912-4824-A3E5-4837DDDE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ECC55-8A24-12E1-D47C-1397208FF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B270F-E186-10D9-D79F-8F92AB972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F951A-96A8-CDD5-9855-37A1AF0A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6CA5D-D27A-02AB-3669-A7D80957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0C121-B6CC-443D-43C7-2EF452AE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8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A286-F46C-7281-4098-D75CA457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416F6-DC9F-BDC4-40B3-DFDE99B81C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C466D-7F8F-B2F6-8B26-C5E9191D3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EEB14-13CE-2728-6765-5FA0D34E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749DB-FF10-6AC4-8341-390BB1F0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B02-B97E-3996-510D-5C59CCD1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3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D799-5912-29AF-52DC-CD521B38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08598-9139-B0CE-4DA7-CE4F3DA29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444DB-7A93-DB17-923F-78C0C584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8052D-4E9A-AC17-81C6-22067C5D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D56FA-B390-76A6-BD90-ECDDB1CB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6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1EFF1-15B3-2EB6-ED41-0DCCD731B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C0BCC-1527-291D-4A7A-82824954E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EA23-EBF0-B39F-09A8-36C67390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C4D9D-CA44-114E-49EA-5908DCE9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22FBD-FEB3-C6FD-8546-387C2D07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50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FDC42267-1B28-3197-BED3-21180760F95D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11632398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7772400" imgH="10058400" progId="TCLayout.ActiveDocument.1">
                  <p:embed/>
                </p:oleObj>
              </mc:Choice>
              <mc:Fallback>
                <p:oleObj name="think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6F7A2-34F8-3FC5-8B1C-B69C95366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83721-B6B7-269B-EAA7-A939396C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BEB14-7129-C0F5-9C23-39041534E4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BF1A1-D8B9-2A47-B753-82067EC0C7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FC02C-6F43-61D6-F884-6124261F9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B9259-EB80-92EB-0002-928644568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8949F-4840-C645-ABF1-6520A8C2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5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chart" Target="../charts/chart1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2.emf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607CA587-FC49-2D85-F66B-3240C316F59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68698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22" imgW="7772400" imgH="10058400" progId="TCLayout.ActiveDocument.1">
                  <p:embed/>
                </p:oleObj>
              </mc:Choice>
              <mc:Fallback>
                <p:oleObj name="thinkcell Slide" r:id="rId22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E3B0745-7256-EBBB-A0A4-F918DFB359C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91000967"/>
              </p:ext>
            </p:extLst>
          </p:nvPr>
        </p:nvGraphicFramePr>
        <p:xfrm>
          <a:off x="2268538" y="1484313"/>
          <a:ext cx="7513637" cy="3725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6" name="Native percentage label candidate"/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3381375" y="3362325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F5FE363-24C5-4AE5-849B-2591BC64D452}" type="datetime'1''5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15%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Native percentage label candidate"/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3381375" y="3692525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0D0506E-7CC3-4FC9-9149-89288A6509D2}" type="datetime'2''2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22%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Native percentage label candidate"/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3381375" y="4460875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ED4C507-27BC-4E18-B112-1E8F54773BA7}" type="datetime'6''3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63%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FB67A94-B119-682A-F0FE-64D3ED624EC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3378200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4406399-6AF4-4F2C-BDF8-0352C093FF53}" type="datetime'''2''''0''''''2''''''''4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 sz="1400" dirty="0"/>
          </a:p>
        </p:txBody>
      </p:sp>
      <p:sp>
        <p:nvSpPr>
          <p:cNvPr id="19" name="Native percentage label candidate"/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5830888" y="2855912"/>
            <a:ext cx="388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7033043-17C7-46AD-95B6-9D18B37F3869}" type="datetime'1''7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17%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Native percentage label candidate"/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5830888" y="3209925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63F1D05-8D34-4A03-8CDD-D6EBA0E7F66B}" type="datetime'1''3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13%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Native percentage label candidate"/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5830888" y="4195762"/>
            <a:ext cx="388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19F734F-A6FA-404E-AEB0-148B1F7BFCF3}" type="datetime'7''0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70%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FC7313E-75AA-290B-474E-D9A8778A5308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827713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11A6BA-DE83-4386-ACAB-48F2C8C34F59}" type="datetime'''''''''''''''2''''''''''02''5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400" dirty="0"/>
          </a:p>
        </p:txBody>
      </p:sp>
      <p:sp>
        <p:nvSpPr>
          <p:cNvPr id="22" name="Native percentage label candidate"/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8328025" y="1628775"/>
            <a:ext cx="29368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D62E591-97C1-4BF8-A287-57DD7B9123E9}" type="datetime'9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9%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Native percentage label candidate"/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280400" y="2062162"/>
            <a:ext cx="388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461012A-988C-4FCD-9D05-45973A36EAC0}" type="datetime'1''6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16%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Native percentage label candidate"/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8280400" y="3684588"/>
            <a:ext cx="388938" cy="19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FC9AA24-B51F-44E9-9A51-EF593C631BDA}" type="datetime'7''6''%'">
              <a:rPr sz="1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>
                <a:spcBef>
                  <a:spcPct val="0"/>
                </a:spcBef>
                <a:spcAft>
                  <a:spcPct val="0"/>
                </a:spcAft>
              </a:pPr>
              <a:t>76%</a:t>
            </a:fld>
            <a:endParaRPr sz="14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24EFE61-1EF3-ACA1-2BEB-60EC9A10F520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8277225" y="5186363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11B31C5-CB6B-452A-AA7F-C9C3C79DE31E}" type="datetime'''''''''2''02''''''''''''''''''''''''''''''''''6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F8ABA6A-3C78-A485-4390-A03A5A6DEAF5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144713" y="33623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A7A7C8A-2166-4338-B6AC-DCD28D6F8025}" type="datetime'''''''''''''''Se''''''''ri''''''''''''''''''''es'' ''1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50A065A-87DF-CF25-487C-19F874C433B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2144713" y="369252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202E052-ECF3-4C6F-8A62-A5F99BE62EF4}" type="datetime'''''''''''''''''''S''''''''e''ri''''es'''''' ''''''''2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4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9AF4D4-08D8-7BDB-CD4B-A54978AA741E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2144713" y="4460875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D4F1A36A-85BC-4D0B-94BD-AFD7819F52A0}" type="datetime'''Se''r''''''''''i''''e''''''''''''''s'''''''' ''''''''''''3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12E4C0D-0F32-F24B-6695-15396585FFDD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3454400" y="3106738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9122FDF-CF3F-4592-BC17-FEE613225BD9}" type="datetime'''2''''4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sz="1400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3D28E58-F90D-57FA-E393-A939A839EF4A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903913" y="25304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780137-B78D-48E4-AC9C-79F412330F5B}" type="datetime'''''''''''3''1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sz="14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9C48545-50D3-CF98-DDD3-B9A3AA7AC63D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8353425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8097DC7-F16D-438F-8B39-A64A6DD73AEC}" type="datetime'''''''''''''''''''''''''''''''''''4''''''''''''''''''''6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99875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75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3LHwYX38vbAhtQiahq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onmU0d0ayV5gfPcpMV8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PYo9qwmCtTHhD_5JkS6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2JdviO0v7wyBUd0_Bej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DBedK9vK.uCgN3tEOax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cO0bCpGpmuScMDR_Blt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K0eCqD1WXu9AMzwYxpo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3EUrA6PnAZaD5pShowS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M9epXXJizEJu2O8ytqr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0igIpRaV.6WerFdKA7U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3gJUq8SREr0wP8rHoK3i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1BZhYfdZZr2kVeczOkX2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FzZjWfLfUUFuVGSCIOnI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nohK8FnDok2SAZ8br18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4y4bVuUfjJmqOFY5kqLY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sgkU9BFDtFAdlfp1FHa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UIvTD4RMyogq7mupvAs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s1SH98VIzOYxsYHa67du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dXYc2RWZjHpYTGt6ci7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Maroon, Jackson</dc:creator>
  <cp:lastModifiedBy>Maroon, Jackson</cp:lastModifiedBy>
  <cp:revision>3</cp:revision>
  <dcterms:created xsi:type="dcterms:W3CDTF">2026-09-21T12:23:17Z</dcterms:created>
  <dcterms:modified xsi:type="dcterms:W3CDTF">2026-09-21T14:42:21Z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2026-09-21T14:42:19Z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1b9f6097-22fe-419c-aff3-6ebcc09435cd</vt:lpwstr>
  </property>
  <property fmtid="{D5CDD505-2E9C-101B-9397-08002B2CF9AE}" pid="8" name="MSIP_Label_0e815a84-bb14-486b-9367-c1af54c95fa4_ContentBits">
    <vt:lpwstr>0</vt:lpwstr>
  </property>
  <property fmtid="{D5CDD505-2E9C-101B-9397-08002B2CF9AE}" pid="9" name="MSIP_Label_0e815a84-bb14-486b-9367-c1af54c95fa4_Tag">
    <vt:lpwstr>10, 3, 0, 1</vt:lpwstr>
  </property>
</Properties>
</file>